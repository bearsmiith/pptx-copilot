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사내 신규 배포 파이프라인 소개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9319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B6472"/>
                </a:solidFill>
              </a:defRPr>
            </a:pPr>
            <a:r>
              <a:t>Draft deck generated in MOCK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Context and motivation for 사내 신규 배포 파이프라인 소개 발표자료</a:t>
            </a:r>
          </a:p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Key challenges to address</a:t>
            </a:r>
          </a:p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Proposed approach at a glance</a:t>
            </a:r>
          </a:p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[data needed: concrete metrics]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Proposed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2607" y="3794760"/>
            <a:ext cx="457200" cy="0"/>
          </a:xfrm>
          <a:prstGeom prst="line">
            <a:avLst/>
          </a:prstGeom>
          <a:ln w="31750">
            <a:solidFill>
              <a:srgbClr val="2F6F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867247" y="3794760"/>
            <a:ext cx="457200" cy="0"/>
          </a:xfrm>
          <a:prstGeom prst="line">
            <a:avLst/>
          </a:prstGeom>
          <a:ln w="31750">
            <a:solidFill>
              <a:srgbClr val="2F6F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01887" y="3794760"/>
            <a:ext cx="457200" cy="0"/>
          </a:xfrm>
          <a:prstGeom prst="line">
            <a:avLst/>
          </a:prstGeom>
          <a:ln w="31750">
            <a:solidFill>
              <a:srgbClr val="2F6F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5167" y="3200400"/>
            <a:ext cx="237744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2A44"/>
                </a:solidFill>
              </a:defRPr>
            </a:pPr>
            <a:r>
              <a:t>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9807" y="3200400"/>
            <a:ext cx="237744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2A44"/>
                </a:solidFill>
              </a:defRPr>
            </a:pPr>
            <a:r>
              <a:t>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3200400"/>
            <a:ext cx="237744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2A44"/>
                </a:solidFill>
              </a:defRPr>
            </a:pPr>
            <a: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9087" y="3200400"/>
            <a:ext cx="2377440" cy="1188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2A44"/>
                </a:solidFill>
              </a:defRPr>
            </a:pPr>
            <a:r>
              <a:t>Finalize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B6472"/>
                </a:solidFill>
              </a:defRPr>
            </a:pPr>
            <a:r>
              <a:t>End-to-end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Confirm layout plan</a:t>
            </a:r>
          </a:p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Iterate on figures (draft -&gt; final)</a:t>
            </a:r>
          </a:p>
          <a:p>
            <a:pPr>
              <a:spcAft>
                <a:spcPts val="800"/>
              </a:spcAft>
              <a:defRPr sz="1800">
                <a:solidFill>
                  <a:srgbClr val="1F2A44"/>
                </a:solidFill>
              </a:defRPr>
            </a:pPr>
            <a:r>
              <a:t>• Assemble full deck and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